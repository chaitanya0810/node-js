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F6EA1-A53E-3842-8D7F-F445C94E57CB}"/>
              </a:ext>
            </a:extLst>
          </p:cNvPr>
          <p:cNvSpPr txBox="1"/>
          <p:nvPr/>
        </p:nvSpPr>
        <p:spPr>
          <a:xfrm>
            <a:off x="1202267" y="484679"/>
            <a:ext cx="8974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NODE JS LAB PPT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BF6CF4-0A91-4CDC-3B19-089A1862AA0D}"/>
              </a:ext>
            </a:extLst>
          </p:cNvPr>
          <p:cNvSpPr txBox="1"/>
          <p:nvPr/>
        </p:nvSpPr>
        <p:spPr>
          <a:xfrm>
            <a:off x="728133" y="1755648"/>
            <a:ext cx="11463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TOPIC: CONTACT FORM USING NODE JS AND 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02849-6C29-52E1-3E6C-8B26DEAC5809}"/>
              </a:ext>
            </a:extLst>
          </p:cNvPr>
          <p:cNvSpPr txBox="1"/>
          <p:nvPr/>
        </p:nvSpPr>
        <p:spPr>
          <a:xfrm>
            <a:off x="728133" y="3725333"/>
            <a:ext cx="43400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Presented by:</a:t>
            </a:r>
          </a:p>
          <a:p>
            <a:r>
              <a:rPr lang="en-IN" sz="4000" dirty="0"/>
              <a:t>G. Sindhu</a:t>
            </a:r>
          </a:p>
          <a:p>
            <a:r>
              <a:rPr lang="en-IN" sz="4000" dirty="0"/>
              <a:t>257R1A66G5</a:t>
            </a:r>
          </a:p>
          <a:p>
            <a:r>
              <a:rPr lang="en-IN" sz="4000" dirty="0"/>
              <a:t>CSM-C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496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Aim of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3200" dirty="0"/>
              <a:t>C</a:t>
            </a:r>
            <a:r>
              <a:rPr sz="3200" dirty="0"/>
              <a:t>reate a simple contact form using HTML.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3200" dirty="0"/>
              <a:t>Create a Node.js server to receive form data.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3200" dirty="0"/>
              <a:t>Use the HTTP module to handle a POST request.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3200" dirty="0"/>
              <a:t>Display a confirmation message after submission.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3200" dirty="0"/>
              <a:t>Understand how frontend and backend communicate.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3450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Node.js – runs JavaScript on the server.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HTML – creates the contact form.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Text editor – VS Code or any simple editor.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Web browser – Chrome, Edge, Firefox, etc.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Command Prompt / Terminal – used to run the server.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3200" dirty="0"/>
              <a:t>No external database is required for this basic experiment.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68174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Basic Working /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874519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76272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EB4"/>
                </a:solidFill>
              </a:defRPr>
            </a:pPr>
            <a:r>
              <a:t>1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User opens</a:t>
            </a:r>
            <a:br/>
            <a:r>
              <a:t>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4872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8C5A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2011680"/>
            <a:ext cx="1874519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799" y="2176272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EB4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Fills Name,</a:t>
            </a:r>
            <a:br/>
            <a:r>
              <a:t>Email,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8C5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2011680"/>
            <a:ext cx="1874519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2176272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EB4"/>
                </a:solidFill>
              </a:defRPr>
            </a:pPr>
            <a:r>
              <a:t>3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Clicks</a:t>
            </a:r>
            <a:br/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8C5A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011680"/>
            <a:ext cx="1874519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176272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EB4"/>
                </a:solidFill>
              </a:defRPr>
            </a:pPr>
            <a:r>
              <a:t>4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Node.js receives</a:t>
            </a:r>
            <a:br/>
            <a:r>
              <a:t>POST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32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8C5A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011680"/>
            <a:ext cx="1874519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2176272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EB4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Server sends</a:t>
            </a:r>
            <a:br/>
            <a: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GET request → display the form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POST request → send submitted data to the Node.js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4032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 Project Folder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417320"/>
            <a:ext cx="9966960" cy="3108960"/>
          </a:xfrm>
          <a:prstGeom prst="roundRect">
            <a:avLst/>
          </a:prstGeom>
          <a:solidFill>
            <a:srgbClr val="1E2228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581912"/>
            <a:ext cx="95097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Consolas"/>
              </a:defRPr>
            </a:pPr>
            <a:r>
              <a:t>contact-form/</a:t>
            </a:r>
            <a:br/>
            <a:r>
              <a:t>│</a:t>
            </a:r>
            <a:br/>
            <a:r>
              <a:t>├── index.html       ← Contact form (frontend)</a:t>
            </a:r>
            <a:br/>
            <a:r>
              <a:t>└── server.js        ← Node.js server (backend)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00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Keep both files inside the same folder.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Run the server from this project folder.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57388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HTML Contact Form – index.html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5257800"/>
          </a:xfrm>
          <a:prstGeom prst="roundRect">
            <a:avLst/>
          </a:prstGeom>
          <a:solidFill>
            <a:srgbClr val="1E2228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7590539" cy="47705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&lt;!DOCTYPE html&gt;</a:t>
            </a:r>
            <a:br>
              <a:rPr sz="1600" dirty="0"/>
            </a:br>
            <a:r>
              <a:rPr sz="1600" dirty="0"/>
              <a:t>&lt;html&gt;</a:t>
            </a:r>
            <a:br>
              <a:rPr sz="1600" dirty="0"/>
            </a:br>
            <a:r>
              <a:rPr sz="1600" dirty="0"/>
              <a:t>&lt;head&gt;&lt;title&gt;Contact Form&lt;/title&gt;&lt;/head&gt;</a:t>
            </a:r>
            <a:br>
              <a:rPr sz="1600" dirty="0"/>
            </a:br>
            <a:r>
              <a:rPr sz="1600" dirty="0"/>
              <a:t>&lt;body&gt;</a:t>
            </a:r>
            <a:br>
              <a:rPr sz="1600" dirty="0"/>
            </a:br>
            <a:r>
              <a:rPr sz="1600" dirty="0"/>
              <a:t>  &lt;h2&gt;Contact Us&lt;/h2&gt;</a:t>
            </a:r>
            <a:br>
              <a:rPr sz="1600" dirty="0"/>
            </a:br>
            <a:r>
              <a:rPr sz="1600" dirty="0"/>
              <a:t>  &lt;form action="/submit" method="POST"&gt;</a:t>
            </a:r>
            <a:br>
              <a:rPr sz="1600" dirty="0"/>
            </a:br>
            <a:r>
              <a:rPr sz="1600" dirty="0"/>
              <a:t>    &lt;label&gt;Name:&lt;/label&gt;</a:t>
            </a:r>
            <a:br>
              <a:rPr sz="1600" dirty="0"/>
            </a:br>
            <a:r>
              <a:rPr sz="1600" dirty="0"/>
              <a:t>    &lt;input type="text" name="name" required&gt;&lt;</a:t>
            </a:r>
            <a:r>
              <a:rPr sz="1600" dirty="0" err="1"/>
              <a:t>br</a:t>
            </a:r>
            <a:r>
              <a:rPr sz="1600" dirty="0"/>
              <a:t>&gt;&lt;</a:t>
            </a:r>
            <a:r>
              <a:rPr sz="1600" dirty="0" err="1"/>
              <a:t>br</a:t>
            </a:r>
            <a:r>
              <a:rPr sz="1600" dirty="0"/>
              <a:t>&gt;</a:t>
            </a:r>
            <a:br>
              <a:rPr sz="1600" dirty="0"/>
            </a:br>
            <a:br>
              <a:rPr sz="1600" dirty="0"/>
            </a:br>
            <a:r>
              <a:rPr sz="1600" dirty="0"/>
              <a:t>    &lt;label&gt;Email:&lt;/label&gt;</a:t>
            </a:r>
            <a:br>
              <a:rPr sz="1600" dirty="0"/>
            </a:br>
            <a:r>
              <a:rPr sz="1600" dirty="0"/>
              <a:t>    &lt;input type="email" name="email" required&gt;&lt;</a:t>
            </a:r>
            <a:r>
              <a:rPr sz="1600" dirty="0" err="1"/>
              <a:t>br</a:t>
            </a:r>
            <a:r>
              <a:rPr sz="1600" dirty="0"/>
              <a:t>&gt;&lt;</a:t>
            </a:r>
            <a:r>
              <a:rPr sz="1600" dirty="0" err="1"/>
              <a:t>br</a:t>
            </a:r>
            <a:r>
              <a:rPr sz="1600" dirty="0"/>
              <a:t>&gt;</a:t>
            </a:r>
            <a:br>
              <a:rPr sz="1600" dirty="0"/>
            </a:br>
            <a:br>
              <a:rPr sz="1600" dirty="0"/>
            </a:br>
            <a:r>
              <a:rPr sz="1600" dirty="0"/>
              <a:t>    &lt;label&gt;Message:&lt;/label&gt;&lt;</a:t>
            </a:r>
            <a:r>
              <a:rPr sz="1600" dirty="0" err="1"/>
              <a:t>br</a:t>
            </a:r>
            <a:r>
              <a:rPr sz="1600" dirty="0"/>
              <a:t>&gt;</a:t>
            </a:r>
            <a:br>
              <a:rPr sz="1600" dirty="0"/>
            </a:br>
            <a:r>
              <a:rPr sz="1600" dirty="0"/>
              <a:t>    &lt;</a:t>
            </a:r>
            <a:r>
              <a:rPr sz="1600" dirty="0" err="1"/>
              <a:t>textarea</a:t>
            </a:r>
            <a:r>
              <a:rPr sz="1600" dirty="0"/>
              <a:t> name="message" rows="5" required&gt;&lt;/</a:t>
            </a:r>
            <a:r>
              <a:rPr sz="1600" dirty="0" err="1"/>
              <a:t>textarea</a:t>
            </a:r>
            <a:r>
              <a:rPr sz="1600" dirty="0"/>
              <a:t>&gt;&lt;</a:t>
            </a:r>
            <a:r>
              <a:rPr sz="1600" dirty="0" err="1"/>
              <a:t>br</a:t>
            </a:r>
            <a:r>
              <a:rPr sz="1600" dirty="0"/>
              <a:t>&gt;&lt;</a:t>
            </a:r>
            <a:r>
              <a:rPr sz="1600" dirty="0" err="1"/>
              <a:t>br</a:t>
            </a:r>
            <a:r>
              <a:rPr sz="1600" dirty="0"/>
              <a:t>&gt;</a:t>
            </a:r>
            <a:br>
              <a:rPr sz="1600" dirty="0"/>
            </a:br>
            <a:br>
              <a:rPr sz="1600" dirty="0"/>
            </a:br>
            <a:r>
              <a:rPr sz="1600" dirty="0"/>
              <a:t>    &lt;button type="submit"&gt;Send Message&lt;/button&gt;</a:t>
            </a:r>
            <a:br>
              <a:rPr sz="1600" dirty="0"/>
            </a:br>
            <a:r>
              <a:rPr sz="1600" dirty="0"/>
              <a:t>  &lt;/form&gt;</a:t>
            </a:r>
            <a:br>
              <a:rPr sz="1600" dirty="0"/>
            </a:br>
            <a:r>
              <a:rPr sz="1600" dirty="0"/>
              <a:t>&lt;/body&gt;</a:t>
            </a:r>
            <a:br>
              <a:rPr sz="1600" dirty="0"/>
            </a:br>
            <a:r>
              <a:rPr sz="1600" dirty="0"/>
              <a:t>&lt;/html&gt;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7411"/>
            <a:ext cx="66012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4800" dirty="0"/>
              <a:t>Node.js Server – server.js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5440680"/>
          </a:xfrm>
          <a:prstGeom prst="roundRect">
            <a:avLst/>
          </a:prstGeom>
          <a:solidFill>
            <a:srgbClr val="1E2228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4801314" cy="50013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FFFFFF"/>
                </a:solidFill>
                <a:latin typeface="Consolas"/>
              </a:defRPr>
            </a:pPr>
            <a:r>
              <a:rPr sz="1100" dirty="0"/>
              <a:t>const http = require("http");</a:t>
            </a:r>
            <a:br>
              <a:rPr sz="1100" dirty="0"/>
            </a:br>
            <a:r>
              <a:rPr sz="1100" dirty="0"/>
              <a:t>const fs = require("fs");</a:t>
            </a:r>
            <a:br>
              <a:rPr sz="1100" dirty="0"/>
            </a:br>
            <a:r>
              <a:rPr sz="1100" dirty="0"/>
              <a:t>const </a:t>
            </a:r>
            <a:r>
              <a:rPr sz="1100" dirty="0" err="1"/>
              <a:t>querystring</a:t>
            </a:r>
            <a:r>
              <a:rPr sz="1100" dirty="0"/>
              <a:t> = require("</a:t>
            </a:r>
            <a:r>
              <a:rPr sz="1100" dirty="0" err="1"/>
              <a:t>querystring</a:t>
            </a:r>
            <a:r>
              <a:rPr sz="1100" dirty="0"/>
              <a:t>");</a:t>
            </a:r>
            <a:br>
              <a:rPr sz="1100" dirty="0"/>
            </a:br>
            <a:br>
              <a:rPr sz="1100" dirty="0"/>
            </a:br>
            <a:r>
              <a:rPr sz="1100" dirty="0"/>
              <a:t>const server = </a:t>
            </a:r>
            <a:r>
              <a:rPr sz="1100" dirty="0" err="1"/>
              <a:t>http.createServer</a:t>
            </a:r>
            <a:r>
              <a:rPr sz="1100" dirty="0"/>
              <a:t>((req, res) =&gt; {</a:t>
            </a:r>
            <a:br>
              <a:rPr sz="1100" dirty="0"/>
            </a:br>
            <a:r>
              <a:rPr sz="1100" dirty="0"/>
              <a:t>  if (</a:t>
            </a:r>
            <a:r>
              <a:rPr sz="1100" dirty="0" err="1"/>
              <a:t>req.method</a:t>
            </a:r>
            <a:r>
              <a:rPr sz="1100" dirty="0"/>
              <a:t> === "GET" &amp;&amp; req.url === "/") {</a:t>
            </a:r>
            <a:br>
              <a:rPr sz="1100" dirty="0"/>
            </a:br>
            <a:r>
              <a:rPr sz="1100" dirty="0"/>
              <a:t>    </a:t>
            </a:r>
            <a:r>
              <a:rPr sz="1100" dirty="0" err="1"/>
              <a:t>fs.readFile</a:t>
            </a:r>
            <a:r>
              <a:rPr sz="1100" dirty="0"/>
              <a:t>("index.html", (err, data) =&gt; {</a:t>
            </a:r>
            <a:br>
              <a:rPr sz="1100" dirty="0"/>
            </a:br>
            <a:r>
              <a:rPr sz="1100" dirty="0"/>
              <a:t>      </a:t>
            </a:r>
            <a:r>
              <a:rPr sz="1100" dirty="0" err="1"/>
              <a:t>res.writeHead</a:t>
            </a:r>
            <a:r>
              <a:rPr sz="1100" dirty="0"/>
              <a:t>(200, {"Content-Type": "text/html"});</a:t>
            </a:r>
            <a:br>
              <a:rPr sz="1100" dirty="0"/>
            </a:br>
            <a:r>
              <a:rPr sz="1100" dirty="0"/>
              <a:t>      </a:t>
            </a:r>
            <a:r>
              <a:rPr sz="1100" dirty="0" err="1"/>
              <a:t>res.end</a:t>
            </a:r>
            <a:r>
              <a:rPr sz="1100" dirty="0"/>
              <a:t>(data);</a:t>
            </a:r>
            <a:br>
              <a:rPr sz="1100" dirty="0"/>
            </a:br>
            <a:r>
              <a:rPr sz="1100" dirty="0"/>
              <a:t>    });</a:t>
            </a:r>
            <a:br>
              <a:rPr sz="1100" dirty="0"/>
            </a:br>
            <a:r>
              <a:rPr sz="1100" dirty="0"/>
              <a:t>  }</a:t>
            </a:r>
            <a:br>
              <a:rPr sz="1100" dirty="0"/>
            </a:br>
            <a:br>
              <a:rPr sz="1100" dirty="0"/>
            </a:br>
            <a:r>
              <a:rPr sz="1100" dirty="0"/>
              <a:t>  else if (</a:t>
            </a:r>
            <a:r>
              <a:rPr sz="1100" dirty="0" err="1"/>
              <a:t>req.method</a:t>
            </a:r>
            <a:r>
              <a:rPr sz="1100" dirty="0"/>
              <a:t> === "POST" &amp;&amp; req.url === "/submit") {</a:t>
            </a:r>
            <a:br>
              <a:rPr sz="1100" dirty="0"/>
            </a:br>
            <a:r>
              <a:rPr sz="1100" dirty="0"/>
              <a:t>    let body = "";</a:t>
            </a:r>
            <a:br>
              <a:rPr sz="1100" dirty="0"/>
            </a:br>
            <a:br>
              <a:rPr sz="1100" dirty="0"/>
            </a:br>
            <a:r>
              <a:rPr sz="1100" dirty="0"/>
              <a:t>    </a:t>
            </a:r>
            <a:r>
              <a:rPr sz="1100" dirty="0" err="1"/>
              <a:t>req.on</a:t>
            </a:r>
            <a:r>
              <a:rPr sz="1100" dirty="0"/>
              <a:t>("data", chunk =&gt; body += chunk);</a:t>
            </a:r>
            <a:br>
              <a:rPr sz="1100" dirty="0"/>
            </a:br>
            <a:br>
              <a:rPr sz="1100" dirty="0"/>
            </a:br>
            <a:r>
              <a:rPr sz="1100" dirty="0"/>
              <a:t>    </a:t>
            </a:r>
            <a:r>
              <a:rPr sz="1100" dirty="0" err="1"/>
              <a:t>req.on</a:t>
            </a:r>
            <a:r>
              <a:rPr sz="1100" dirty="0"/>
              <a:t>("end", () =&gt; {</a:t>
            </a:r>
            <a:br>
              <a:rPr sz="1100" dirty="0"/>
            </a:br>
            <a:r>
              <a:rPr sz="1100" dirty="0"/>
              <a:t>      const data = </a:t>
            </a:r>
            <a:r>
              <a:rPr sz="1100" dirty="0" err="1"/>
              <a:t>querystring.parse</a:t>
            </a:r>
            <a:r>
              <a:rPr sz="1100" dirty="0"/>
              <a:t>(body);</a:t>
            </a:r>
            <a:br>
              <a:rPr sz="1100" dirty="0"/>
            </a:br>
            <a:r>
              <a:rPr sz="1100" dirty="0"/>
              <a:t>      </a:t>
            </a:r>
            <a:r>
              <a:rPr sz="1100" dirty="0" err="1"/>
              <a:t>res.writeHead</a:t>
            </a:r>
            <a:r>
              <a:rPr sz="1100" dirty="0"/>
              <a:t>(200, {"Content-Type": "text/html"});</a:t>
            </a:r>
            <a:br>
              <a:rPr sz="1100" dirty="0"/>
            </a:br>
            <a:r>
              <a:rPr sz="1100" dirty="0"/>
              <a:t>      </a:t>
            </a:r>
            <a:r>
              <a:rPr sz="1100" dirty="0" err="1"/>
              <a:t>res.end</a:t>
            </a:r>
            <a:r>
              <a:rPr sz="1100" dirty="0"/>
              <a:t>(`&lt;h2&gt;Thank you, ${data.name}!&lt;/h2&gt;</a:t>
            </a:r>
            <a:br>
              <a:rPr sz="1100" dirty="0"/>
            </a:br>
            <a:r>
              <a:rPr sz="1100" dirty="0"/>
              <a:t>               &lt;p&gt;Your message has been received.&lt;/p&gt;`);</a:t>
            </a:r>
            <a:br>
              <a:rPr sz="1100" dirty="0"/>
            </a:br>
            <a:r>
              <a:rPr sz="1100" dirty="0"/>
              <a:t>    });</a:t>
            </a:r>
            <a:br>
              <a:rPr sz="1100" dirty="0"/>
            </a:br>
            <a:r>
              <a:rPr sz="1100" dirty="0"/>
              <a:t>  }</a:t>
            </a:r>
            <a:br>
              <a:rPr sz="1100" dirty="0"/>
            </a:br>
            <a:r>
              <a:rPr sz="1100" dirty="0"/>
              <a:t>});</a:t>
            </a:r>
            <a:br>
              <a:rPr sz="1100" dirty="0"/>
            </a:br>
            <a:br>
              <a:rPr sz="1100" dirty="0"/>
            </a:br>
            <a:r>
              <a:rPr sz="1100" dirty="0" err="1"/>
              <a:t>server.listen</a:t>
            </a:r>
            <a:r>
              <a:rPr sz="1100" dirty="0"/>
              <a:t>(3000, () =&gt; {</a:t>
            </a:r>
            <a:br>
              <a:rPr sz="1100" dirty="0"/>
            </a:br>
            <a:r>
              <a:rPr sz="1100" dirty="0"/>
              <a:t>  console.log("Server running at http://localhost:3000");</a:t>
            </a:r>
            <a:br>
              <a:rPr sz="1100" dirty="0"/>
            </a:br>
            <a:r>
              <a:rPr sz="1100" dirty="0"/>
              <a:t>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0922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dirty="0"/>
              <a:t> </a:t>
            </a:r>
            <a:r>
              <a:rPr sz="4800" dirty="0"/>
              <a:t>How the Node.js Code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3200" dirty="0"/>
              <a:t>H</a:t>
            </a:r>
            <a:r>
              <a:rPr sz="3200" dirty="0"/>
              <a:t>ttp module creates the web server.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3200" dirty="0"/>
              <a:t>Fs </a:t>
            </a:r>
            <a:r>
              <a:rPr sz="3200" dirty="0"/>
              <a:t>module reads the index.html file.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sz="3200" dirty="0"/>
              <a:t>GET / sends the HTML form to the browser.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sz="3200" dirty="0"/>
              <a:t>POST /submit receives the submitted form data.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3200" dirty="0"/>
              <a:t>D</a:t>
            </a:r>
            <a:r>
              <a:rPr sz="3200" dirty="0"/>
              <a:t>ata events collect the request body.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3200" dirty="0" err="1"/>
              <a:t>Q</a:t>
            </a:r>
            <a:r>
              <a:rPr sz="3200" dirty="0" err="1"/>
              <a:t>uerystring.parse</a:t>
            </a:r>
            <a:r>
              <a:rPr sz="3200" dirty="0"/>
              <a:t>() converts the form data into an object.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sz="3200" dirty="0" err="1"/>
              <a:t>res.end</a:t>
            </a:r>
            <a:r>
              <a:rPr sz="3200" dirty="0"/>
              <a:t>() sends the final response back to the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77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dirty="0"/>
              <a:t> </a:t>
            </a:r>
            <a:r>
              <a:rPr sz="4800" dirty="0"/>
              <a:t>Steps to Run the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241280" cy="4480560"/>
          </a:xfrm>
          <a:prstGeom prst="roundRect">
            <a:avLst/>
          </a:prstGeom>
          <a:solidFill>
            <a:srgbClr val="1E2228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490472"/>
            <a:ext cx="6643165" cy="39703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rPr dirty="0"/>
              <a:t>Step 1: Open the project folder in VS Code.</a:t>
            </a:r>
            <a:br>
              <a:rPr dirty="0"/>
            </a:br>
            <a:br>
              <a:rPr dirty="0"/>
            </a:br>
            <a:r>
              <a:rPr dirty="0"/>
              <a:t>Step 2: Open Terminal.</a:t>
            </a:r>
            <a:br>
              <a:rPr dirty="0"/>
            </a:br>
            <a:br>
              <a:rPr dirty="0"/>
            </a:br>
            <a:r>
              <a:rPr dirty="0"/>
              <a:t>Step 3: Run:</a:t>
            </a:r>
            <a:br>
              <a:rPr dirty="0"/>
            </a:br>
            <a:r>
              <a:rPr dirty="0"/>
              <a:t>        node server.js</a:t>
            </a:r>
            <a:br>
              <a:rPr dirty="0"/>
            </a:br>
            <a:br>
              <a:rPr dirty="0"/>
            </a:br>
            <a:r>
              <a:rPr dirty="0"/>
              <a:t>Step 4: You should see:</a:t>
            </a:r>
            <a:br>
              <a:rPr dirty="0"/>
            </a:br>
            <a:r>
              <a:rPr dirty="0"/>
              <a:t>        Server running at http://localhost:3000</a:t>
            </a:r>
            <a:br>
              <a:rPr dirty="0"/>
            </a:br>
            <a:br>
              <a:rPr dirty="0"/>
            </a:br>
            <a:r>
              <a:rPr dirty="0"/>
              <a:t>Step 5: Open a browser and visit:</a:t>
            </a:r>
            <a:br>
              <a:rPr dirty="0"/>
            </a:br>
            <a:r>
              <a:rPr dirty="0"/>
              <a:t>        http://localhost:3000</a:t>
            </a:r>
            <a:br>
              <a:rPr dirty="0"/>
            </a:br>
            <a:br>
              <a:rPr dirty="0"/>
            </a:br>
            <a:r>
              <a:rPr dirty="0"/>
              <a:t>Step 6: Enter the details and click "Send Message".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6458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dirty="0"/>
              <a:t> </a:t>
            </a:r>
            <a:r>
              <a:rPr sz="4800" dirty="0"/>
              <a:t>Expected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4480560"/>
          </a:xfrm>
          <a:prstGeom prst="roundRect">
            <a:avLst/>
          </a:prstGeom>
          <a:solidFill>
            <a:srgbClr val="FAFAFA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43560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http://localhost:3000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6583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2D4B"/>
                </a:solidFill>
              </a:defRPr>
            </a:pPr>
            <a:r>
              <a:t>CONTACT US</a:t>
            </a:r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r>
              <a:t>Name:      __________________________</a:t>
            </a:r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r>
              <a:t>Email:     __________________________</a:t>
            </a:r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r>
              <a:t>Message:   __________________________</a:t>
            </a:r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r>
              <a:t>           __________________________</a:t>
            </a:r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323"/>
                </a:solidFill>
              </a:defRPr>
            </a:pPr>
            <a:r>
              <a:t>             [ Send Message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2491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dirty="0"/>
              <a:t> </a:t>
            </a:r>
            <a:r>
              <a:rPr sz="4800" dirty="0"/>
              <a:t>Submission Response /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417320"/>
            <a:ext cx="10058400" cy="3383280"/>
          </a:xfrm>
          <a:prstGeom prst="roundRect">
            <a:avLst/>
          </a:prstGeom>
          <a:solidFill>
            <a:srgbClr val="1E2228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581912"/>
            <a:ext cx="6532558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rPr dirty="0"/>
              <a:t>After the user submits the form:</a:t>
            </a:r>
            <a:br>
              <a:rPr dirty="0"/>
            </a:br>
            <a:br>
              <a:rPr dirty="0"/>
            </a:br>
            <a:r>
              <a:rPr dirty="0"/>
              <a:t>┌─────────────────────────────────────────┐</a:t>
            </a:r>
            <a:br>
              <a:rPr dirty="0"/>
            </a:br>
            <a:r>
              <a:rPr dirty="0"/>
              <a:t>│             Thank you, </a:t>
            </a:r>
            <a:r>
              <a:rPr lang="en-US" dirty="0"/>
              <a:t>Ammu</a:t>
            </a:r>
            <a:r>
              <a:rPr dirty="0"/>
              <a:t>!            │</a:t>
            </a:r>
            <a:br>
              <a:rPr dirty="0"/>
            </a:br>
            <a:r>
              <a:rPr dirty="0"/>
              <a:t>│                                         │</a:t>
            </a:r>
            <a:br>
              <a:rPr dirty="0"/>
            </a:br>
            <a:r>
              <a:rPr dirty="0"/>
              <a:t>│       Your message has been received. </a:t>
            </a:r>
            <a:r>
              <a:rPr lang="en-US" dirty="0"/>
              <a:t> </a:t>
            </a:r>
            <a:r>
              <a:rPr dirty="0"/>
              <a:t> │</a:t>
            </a:r>
            <a:br>
              <a:rPr dirty="0"/>
            </a:br>
            <a:r>
              <a:rPr dirty="0"/>
              <a:t>└─────────────────────────────────────────┘</a:t>
            </a:r>
            <a:br>
              <a:rPr dirty="0"/>
            </a:br>
            <a:br>
              <a:rPr dirty="0"/>
            </a:br>
            <a:r>
              <a:rPr dirty="0"/>
              <a:t>The same response works for any entered 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83480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The basic program displays a confirmation only.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Form data is not permanently stored in this version.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A database or email service can be added in an advanced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Contact Form using Node.js and HTML  |  B.Tech Lab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1102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SINDHU MARINGANTI</dc:creator>
  <cp:keywords/>
  <dc:description>generated using python-pptx</dc:description>
  <cp:lastModifiedBy>Chandana Bandikatla</cp:lastModifiedBy>
  <cp:revision>3</cp:revision>
  <dcterms:created xsi:type="dcterms:W3CDTF">2013-01-27T09:14:16Z</dcterms:created>
  <dcterms:modified xsi:type="dcterms:W3CDTF">2026-09-07T15:45:38Z</dcterms:modified>
  <cp:category/>
</cp:coreProperties>
</file>