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12192000"/>
  <p:embeddedFontLst>
    <p:embeddedFont>
      <p:font typeface="Instrument Sans Bold" panose="020B0604020202020204" charset="0"/>
      <p:regular r:id="rId10"/>
    </p:embeddedFont>
    <p:embeddedFont>
      <p:font typeface="Instrument Sans Medium" panose="020B0604020202020204" charset="0"/>
      <p:regular r:id="rId11"/>
    </p:embeddedFont>
    <p:embeddedFont>
      <p:font typeface="Instrument Sans Semi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8379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96455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User Authentication and Homepage Development Using Node.js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00218" y="5204809"/>
            <a:ext cx="6296860" cy="1653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    </a:t>
            </a: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Name: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M. Akhil Kumar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    </a:t>
            </a: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Course: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B.Tech CSE (AI &amp; ML) —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    Section CSM-C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    Subject: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Node.js Lab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824090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278920" y="2749612"/>
            <a:ext cx="6296860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What is Node.js?</a:t>
            </a:r>
            <a:r>
              <a:rPr lang="en-US" sz="145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A JavaScript runtime that runs server-side code, enabling fast event-driven web servers.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What is User Authentication?</a:t>
            </a:r>
            <a:r>
              <a:rPr lang="en-US" sz="145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Verifying a user's identity so they can access protected resources.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Why is authentication important?</a:t>
            </a:r>
            <a:r>
              <a:rPr lang="en-US" sz="145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Protects user data, enforces access control, and prevents unauthorized actions.</a:t>
            </a:r>
            <a:endParaRPr lang="en-US" sz="14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B7BE18-E157-F66E-BB58-CE51B1CE5C8A}"/>
              </a:ext>
            </a:extLst>
          </p:cNvPr>
          <p:cNvSpPr txBox="1"/>
          <p:nvPr/>
        </p:nvSpPr>
        <p:spPr>
          <a:xfrm>
            <a:off x="586830" y="1774647"/>
            <a:ext cx="6097554" cy="544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Introduction</a:t>
            </a:r>
            <a:endParaRPr lang="en-US" sz="2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1478756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Node.js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661475" y="1887438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Backend JavaScript runtime for building scalable servers.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6213915" y="1478756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Express.js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6213915" y="1887438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Lightweight web framework for routing and middleware.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661475" y="3276600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HTML &amp; CSS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661475" y="3685282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Frontend interface and layout for login &amp; homepage.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6213915" y="3276600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MongoDB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6213915" y="3685282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Document database to store user profiles and credentials.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661475" y="5074444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bcrypt</a:t>
            </a:r>
            <a:endParaRPr lang="en-US" sz="1850" dirty="0"/>
          </a:p>
        </p:txBody>
      </p:sp>
      <p:sp>
        <p:nvSpPr>
          <p:cNvPr id="16" name="Text 9"/>
          <p:cNvSpPr/>
          <p:nvPr/>
        </p:nvSpPr>
        <p:spPr>
          <a:xfrm>
            <a:off x="661475" y="5483126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Password hashing and secure verification library.</a:t>
            </a:r>
            <a:endParaRPr lang="en-US" sz="1450" dirty="0"/>
          </a:p>
        </p:txBody>
      </p:sp>
      <p:sp>
        <p:nvSpPr>
          <p:cNvPr id="18" name="Text 10"/>
          <p:cNvSpPr/>
          <p:nvPr/>
        </p:nvSpPr>
        <p:spPr>
          <a:xfrm>
            <a:off x="6213915" y="5074444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Sessions / JWT</a:t>
            </a:r>
            <a:endParaRPr lang="en-US" sz="1850" dirty="0"/>
          </a:p>
        </p:txBody>
      </p:sp>
      <p:sp>
        <p:nvSpPr>
          <p:cNvPr id="19" name="Text 11"/>
          <p:cNvSpPr/>
          <p:nvPr/>
        </p:nvSpPr>
        <p:spPr>
          <a:xfrm>
            <a:off x="6213915" y="5483126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Methods to maintain authenticated user state across requests.</a:t>
            </a:r>
            <a:endParaRPr lang="en-US" sz="14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18273E-05D8-921B-0893-8063D6D59741}"/>
              </a:ext>
            </a:extLst>
          </p:cNvPr>
          <p:cNvSpPr/>
          <p:nvPr/>
        </p:nvSpPr>
        <p:spPr>
          <a:xfrm>
            <a:off x="10092612" y="5966718"/>
            <a:ext cx="2099388" cy="8304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110096-2177-7867-BAAE-CE9A6E8E2E0D}"/>
              </a:ext>
            </a:extLst>
          </p:cNvPr>
          <p:cNvSpPr txBox="1"/>
          <p:nvPr/>
        </p:nvSpPr>
        <p:spPr>
          <a:xfrm>
            <a:off x="661475" y="419878"/>
            <a:ext cx="4227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418" y="429410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System Architecture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81" y="891282"/>
            <a:ext cx="10693132" cy="52567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1706" y="1381380"/>
            <a:ext cx="2445432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Valid credentials?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981706" y="1774017"/>
            <a:ext cx="4945208" cy="189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Decision: allow or reject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81706" y="2609561"/>
            <a:ext cx="2445432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Express Server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981706" y="3002199"/>
            <a:ext cx="4945208" cy="189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Handle authentication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81706" y="3837742"/>
            <a:ext cx="244543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Login Page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981706" y="4230380"/>
            <a:ext cx="4945208" cy="189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Collect credentials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92575" y="5065924"/>
            <a:ext cx="2445433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User Request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992575" y="5458561"/>
            <a:ext cx="4945208" cy="189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Initiate login flow</a:t>
            </a:r>
            <a:endParaRPr lang="en-US" sz="15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295FF3-C1D1-5A88-F1FC-E00117994D62}"/>
              </a:ext>
            </a:extLst>
          </p:cNvPr>
          <p:cNvSpPr/>
          <p:nvPr/>
        </p:nvSpPr>
        <p:spPr>
          <a:xfrm>
            <a:off x="10092612" y="5966718"/>
            <a:ext cx="2099388" cy="8304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853" y="571401"/>
            <a:ext cx="11026367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Authentication Process — Step-by-step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42190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1717774"/>
            <a:ext cx="3496877" cy="2540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863030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1. Credential Entry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271713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provides email/username and password on login form.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47359" y="142190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1717774"/>
            <a:ext cx="3496877" cy="2540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9" name="Text 7"/>
          <p:cNvSpPr/>
          <p:nvPr/>
        </p:nvSpPr>
        <p:spPr>
          <a:xfrm>
            <a:off x="4347359" y="1863030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2. Request to Server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47359" y="2271713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Form posts to Express endpoint (POST /login).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33244" y="142190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1717774"/>
            <a:ext cx="3496877" cy="2540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13" name="Text 11"/>
          <p:cNvSpPr/>
          <p:nvPr/>
        </p:nvSpPr>
        <p:spPr>
          <a:xfrm>
            <a:off x="8033244" y="1863030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3. Database Lookup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33244" y="2271713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Server queries MongoDB for the user document.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320724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3484265"/>
            <a:ext cx="3496877" cy="2540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3648373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4. Password Verification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61475" y="4057055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Compare hashed password with bcrypt.compare() for validation.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347359" y="320724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347359" y="3484265"/>
            <a:ext cx="3496877" cy="2540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21" name="Text 19"/>
          <p:cNvSpPr/>
          <p:nvPr/>
        </p:nvSpPr>
        <p:spPr>
          <a:xfrm>
            <a:off x="4347359" y="3648373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5. Create Session / Token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4347359" y="4057055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 success, create server session or issue JWT for the client.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33244" y="320724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06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033244" y="3484265"/>
            <a:ext cx="3496877" cy="2540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25" name="Text 23"/>
          <p:cNvSpPr/>
          <p:nvPr/>
        </p:nvSpPr>
        <p:spPr>
          <a:xfrm>
            <a:off x="8033244" y="3648373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6. Redirect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8033244" y="4057055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Authenticated users are redirected to the protected homepage.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61475" y="4992588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07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61475" y="5250656"/>
            <a:ext cx="10868646" cy="2540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29" name="Text 27"/>
          <p:cNvSpPr/>
          <p:nvPr/>
        </p:nvSpPr>
        <p:spPr>
          <a:xfrm>
            <a:off x="661475" y="5433715"/>
            <a:ext cx="108686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7. Logout</a:t>
            </a:r>
            <a:endParaRPr lang="en-US" sz="1850" dirty="0"/>
          </a:p>
        </p:txBody>
      </p:sp>
      <p:sp>
        <p:nvSpPr>
          <p:cNvPr id="30" name="Text 28"/>
          <p:cNvSpPr/>
          <p:nvPr/>
        </p:nvSpPr>
        <p:spPr>
          <a:xfrm>
            <a:off x="661475" y="5842397"/>
            <a:ext cx="108686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Destroy session or invalidate token and return user to login.</a:t>
            </a:r>
            <a:endParaRPr lang="en-US" sz="1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4C51AAB-23A1-03C1-380C-F0D11966F482}"/>
              </a:ext>
            </a:extLst>
          </p:cNvPr>
          <p:cNvSpPr/>
          <p:nvPr/>
        </p:nvSpPr>
        <p:spPr>
          <a:xfrm>
            <a:off x="10092612" y="5966718"/>
            <a:ext cx="2099388" cy="8304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709142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Conclusion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2465090"/>
            <a:ext cx="6296860" cy="2683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Node.js offers efficient, event-driven backend capabilities for web labs.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Authentication secures user accounts and restricts protected pages.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MongoDB provides flexible storage for user data and session references.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project demonstrates a practical, lab-ready Node.js authentication flow.</a:t>
            </a:r>
            <a:endParaRPr lang="en-US" sz="1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83214-3C45-AECF-A013-DA6DE513207C}"/>
              </a:ext>
            </a:extLst>
          </p:cNvPr>
          <p:cNvSpPr/>
          <p:nvPr/>
        </p:nvSpPr>
        <p:spPr>
          <a:xfrm>
            <a:off x="10010096" y="6027575"/>
            <a:ext cx="2099388" cy="8304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2545358"/>
            <a:ext cx="6296860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40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THANK YOU</a:t>
            </a:r>
            <a:endParaRPr lang="en-US" sz="74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A4EA746-1D9F-A965-9F7B-45A8964B5806}"/>
              </a:ext>
            </a:extLst>
          </p:cNvPr>
          <p:cNvSpPr/>
          <p:nvPr/>
        </p:nvSpPr>
        <p:spPr>
          <a:xfrm>
            <a:off x="2219035" y="1244686"/>
            <a:ext cx="2099388" cy="830425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7DC63F-8335-DF1B-A84E-D274D90F70A1}"/>
              </a:ext>
            </a:extLst>
          </p:cNvPr>
          <p:cNvSpPr/>
          <p:nvPr/>
        </p:nvSpPr>
        <p:spPr>
          <a:xfrm>
            <a:off x="10010096" y="6027575"/>
            <a:ext cx="2099388" cy="8304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355</Words>
  <Application>Microsoft Office PowerPoint</Application>
  <PresentationFormat>Widescreen</PresentationFormat>
  <Paragraphs>66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Instrument Sans Bold</vt:lpstr>
      <vt:lpstr>Instrument Sans</vt:lpstr>
      <vt:lpstr>Times New Roman</vt:lpstr>
      <vt:lpstr>Instrument Sans SemiBold</vt:lpstr>
      <vt:lpstr>Instrument Sans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Murupoju Yashwanth</dc:creator>
  <cp:lastModifiedBy>Murupoju Yashwanth</cp:lastModifiedBy>
  <cp:revision>3</cp:revision>
  <dcterms:created xsi:type="dcterms:W3CDTF">2026-09-07T13:38:51Z</dcterms:created>
  <dcterms:modified xsi:type="dcterms:W3CDTF">2026-09-07T16:16:07Z</dcterms:modified>
</cp:coreProperties>
</file>